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ARES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Resell Ecosystem &amp; Settlement</a:t>
            </a:r>
          </a:p>
          <a:p>
            <a:r>
              <a:t>HKUST Blockchain Lab // May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ARES is a machine-to-machine protocol for autonomous trade.</a:t>
            </a:r>
          </a:p>
          <a:p>
            <a:r>
              <a:t>• AI-Driven: Autonomous agents trading via ERC-6551 TBAs.</a:t>
            </a:r>
          </a:p>
          <a:p>
            <a:r>
              <a:t>• Trustless: Physical authenticity verified by DePIN nodes.</a:t>
            </a:r>
          </a:p>
          <a:p>
            <a:r>
              <a:t>• Scalable: Bridging high-value physical goods to DeFi.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physical marketplaces are broken:</a:t>
            </a:r>
          </a:p>
          <a:p>
            <a:r>
              <a:t>• Counterfeit Risk: No reliable on-chain verification.</a:t>
            </a:r>
          </a:p>
          <a:p>
            <a:r>
              <a:t>• Trade Friction: Centralized bottlenecks and high fees (15%).</a:t>
            </a:r>
          </a:p>
          <a:p>
            <a:r>
              <a:t>• Manual Only: No support for autonomous agentic commerce.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ARES Solution: Tri-Layer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Autonomous Layer: AI Agents + ERC-6551 Smart Wallets.</a:t>
            </a:r>
          </a:p>
          <a:p>
            <a:r>
              <a:t>2. Settlement Layer: State-machine Escrow (USDC).</a:t>
            </a:r>
          </a:p>
          <a:p>
            <a:r>
              <a:t>3. Physical Layer: DePIN Hardware + NFC Cryptography.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(2026-2030)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Physical Collectibles: $602B Market by 2026.</a:t>
            </a:r>
          </a:p>
          <a:p>
            <a:r>
              <a:t>• AI Agent Economy: $3T - $5T Transaction Value by 2030.</a:t>
            </a:r>
          </a:p>
          <a:p>
            <a:r>
              <a:t>• DePIN Infrastructure: $3.5T Projected Market Cap.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AgentRegistry: ERC-6551 TBA auto-deployment.</a:t>
            </a:r>
          </a:p>
          <a:p>
            <a:r>
              <a:t>• DigitalTwin (ERC-721): NFC-anchored assets.</a:t>
            </a:r>
          </a:p>
          <a:p>
            <a:r>
              <a:t>• Verifier: Staking-backed DePIN nodes.</a:t>
            </a:r>
          </a:p>
          <a:p>
            <a:r>
              <a:t>• Reputation: Soulbound (AREP) trust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100% Test Coverage: 80/80 cases passing.</a:t>
            </a:r>
          </a:p>
          <a:p>
            <a:r>
              <a:t>• Slashable Stakes: 100+ USDC collateral for verifiers.</a:t>
            </a:r>
          </a:p>
          <a:p>
            <a:r>
              <a:t>• Spending Policies: Hardcoded limits on Agent TBAs.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Forecast (3 Year)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Year 1 (Pilot): $1M MTV // $15K Revenue</a:t>
            </a:r>
          </a:p>
          <a:p>
            <a:r>
              <a:t>• Year 2 (Growth): $10M MTV // $150K Revenue</a:t>
            </a:r>
          </a:p>
          <a:p>
            <a:r>
              <a:t>• Year 3 (Scale): $50M MTV // $750K Revenue</a:t>
            </a:r>
          </a:p>
          <a:p>
            <a:r>
              <a:t>• Business Model: 1.5% marketplace fee + slashing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Autonomous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ARES is not just a marketplace; it is the infrastructure for the machine-to-machine economy.</a:t>
            </a:r>
          </a:p>
          <a:p>
            <a:r>
              <a:t>Empowering autonomous agents to trade physical value with digital certainty.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